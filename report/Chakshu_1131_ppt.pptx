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0" r:id="rId7"/>
    <p:sldId id="271" r:id="rId8"/>
    <p:sldId id="272" r:id="rId9"/>
    <p:sldId id="274" r:id="rId10"/>
    <p:sldId id="273" r:id="rId11"/>
    <p:sldId id="276" r:id="rId12"/>
    <p:sldId id="277" r:id="rId13"/>
    <p:sldId id="275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40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03-May-26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spcBef>
                <a:spcPts val="400"/>
              </a:spcBef>
            </a:pPr>
            <a:r>
              <a:rPr lang="en-US" sz="480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PetCare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dirty="0" err="1" smtClean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Chakshu</a:t>
            </a:r>
            <a:r>
              <a:rPr lang="en-US" sz="2000" dirty="0" smtClean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Chaudhary</a:t>
            </a:r>
            <a:endParaRPr lang="en-US" sz="20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221198131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Swati </a:t>
            </a:r>
            <a:r>
              <a:rPr lang="en-US" sz="2000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Goel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Urban pet parents in cities like Mumbai and Delhi struggle to find trustworthy daycare. Meanwhile, millions of stray animals face hunger, traffic, and disease — with no unified platform to report, feed, or rehome them</a:t>
            </a:r>
            <a:r>
              <a:rPr lang="en-US" sz="20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So our project is a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full-stack MERN web application bridging pet owners,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creches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stray animal welfare — all in one place.</a:t>
            </a:r>
            <a:endParaRPr lang="en-US" sz="2000" dirty="0"/>
          </a:p>
          <a:p>
            <a:pPr>
              <a:lnSpc>
                <a:spcPts val="2800"/>
              </a:lnSpc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980" y="4150771"/>
            <a:ext cx="2207803" cy="23643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070554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Fragmented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Services: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adoptions, and reporting scattered across unreliable </a:t>
            </a:r>
            <a:r>
              <a:rPr lang="en-US" sz="20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apps</a:t>
            </a:r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Stray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Crisis: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Millions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street animals overlooked due to disconnected communities</a:t>
            </a:r>
            <a:endParaRPr lang="en-US" sz="2000" dirty="0"/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Legal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Hurdles</a:t>
            </a:r>
            <a:r>
              <a:rPr lang="en-US" sz="2000" dirty="0" err="1" smtClean="0"/>
              <a:t>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Adoption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paperwork is complex; supply of homes doesn't meet demand</a:t>
            </a:r>
            <a:endParaRPr lang="en-US" sz="2000" dirty="0"/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1805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Bridge </a:t>
            </a:r>
            <a:r>
              <a:rPr lang="en-US" sz="1900" b="1" dirty="0" err="1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Creches</a:t>
            </a: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&amp; </a:t>
            </a:r>
            <a:r>
              <a:rPr lang="en-US" sz="1900" b="1" dirty="0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Owners</a:t>
            </a:r>
            <a:r>
              <a:rPr lang="en-US" sz="1900" spc="-1" dirty="0" smtClean="0">
                <a:solidFill>
                  <a:srgbClr val="000000"/>
                </a:solidFill>
                <a:latin typeface="Calibri"/>
              </a:rPr>
              <a:t>-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Easy search, comparison, and booking of pet </a:t>
            </a:r>
            <a:r>
              <a:rPr lang="en-US" sz="20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daycare</a:t>
            </a:r>
          </a:p>
          <a:p>
            <a:pPr>
              <a:spcBef>
                <a:spcPts val="400"/>
              </a:spcBef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Community </a:t>
            </a:r>
            <a:r>
              <a:rPr lang="en-US" sz="19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Hub: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vibrant space for pet lovers to connect, share stories, and tips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Drive </a:t>
            </a:r>
            <a:r>
              <a:rPr lang="en-US" sz="19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Adoptions: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stray posts with comments to promote rehoming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Boost </a:t>
            </a:r>
            <a:r>
              <a:rPr lang="en-US" sz="19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Bookings: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30–50% increase in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creche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utilization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05755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5300"/>
              </a:lnSpc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Unified </a:t>
            </a:r>
            <a:r>
              <a:rPr lang="en-US" sz="20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full-stack web </a:t>
            </a:r>
            <a:r>
              <a:rPr lang="en-US" sz="2000" b="1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app: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part booking platform, part community hub for stray welfare.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Authentication</a:t>
            </a:r>
            <a:r>
              <a:rPr lang="en-US" sz="2000" dirty="0" err="1" smtClean="0"/>
              <a:t>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Secure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JWT login with user profiles and pet details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Stray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Postings: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Upload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photos, add health/location info, enable community comments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Creche</a:t>
            </a: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Booking: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Browse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filtered listings, check availability, and book directly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2753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5300"/>
              </a:lnSpc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hooks (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useState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useEffect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useContext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and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Vite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fast builds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Express.js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Node.js with scalable RESTful APIs and JWT security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3D3838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b="1" dirty="0">
              <a:solidFill>
                <a:srgbClr val="3D3838"/>
              </a:solidFill>
              <a:latin typeface="Montserrat Bold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Media &amp; </a:t>
            </a:r>
            <a:r>
              <a:rPr lang="en-US" sz="2000" b="1" dirty="0" err="1" smtClean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Storage</a:t>
            </a:r>
            <a:r>
              <a:rPr lang="en-US" sz="2000" dirty="0" err="1" smtClean="0"/>
              <a:t>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Cloudinary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image uploads; JSON files (fs module) for lightweight data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98439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0"/>
            <a:ext cx="6312752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4700"/>
              </a:lnSpc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Community &amp; Welfare Benefits</a:t>
            </a:r>
            <a:endParaRPr lang="en-US" sz="3200" dirty="0"/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35868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900" b="1" dirty="0" smtClean="0"/>
              <a:t>Owner Stress </a:t>
            </a:r>
            <a:r>
              <a:rPr lang="en-US" sz="1900" b="1" dirty="0" err="1" smtClean="0"/>
              <a:t>Reduction: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Seamless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bookings eliminate fragmented app hunting and reliability </a:t>
            </a:r>
            <a:r>
              <a:rPr lang="en-US" sz="20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worries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Enhanced Pet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Welfare: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stray reporting connects communities with feeders and vets </a:t>
            </a:r>
            <a:r>
              <a:rPr lang="en-US" sz="2000" dirty="0" smtClean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</a:t>
            </a: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Economic </a:t>
            </a:r>
            <a:r>
              <a:rPr lang="en-US" sz="2000" b="1" dirty="0" err="1" smtClean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Uplift</a:t>
            </a:r>
            <a:r>
              <a:rPr lang="en-US" sz="2000" dirty="0" err="1" smtClean="0"/>
              <a:t>: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20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creche</a:t>
            </a:r>
            <a:r>
              <a:rPr lang="en-US" sz="20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revenue supports local businesses and job creation</a:t>
            </a: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sz="19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3945090"/>
            <a:ext cx="8817429" cy="25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6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" y="1789611"/>
            <a:ext cx="8516983" cy="454546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503" y="1"/>
            <a:ext cx="44413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Class Diagram</a:t>
            </a:r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7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653143" y="1645919"/>
            <a:ext cx="7628708" cy="4634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06284" y="130629"/>
            <a:ext cx="3030583" cy="772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300"/>
              </a:lnSpc>
            </a:pPr>
            <a:r>
              <a:rPr lang="en-US" sz="3200" b="1" dirty="0" smtClean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</a:rPr>
              <a:t>ER Diagram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3119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64008" y="0"/>
            <a:ext cx="6312752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>
              <a:lnSpc>
                <a:spcPts val="5500"/>
              </a:lnSpc>
            </a:pPr>
            <a:r>
              <a:rPr lang="en-US" sz="3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35868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US" sz="2000" dirty="0"/>
              <a:t>To conclude, </a:t>
            </a:r>
            <a:r>
              <a:rPr lang="en-US" sz="2000" b="1" dirty="0" err="1"/>
              <a:t>PetCare</a:t>
            </a:r>
            <a:r>
              <a:rPr lang="en-US" sz="2000" dirty="0"/>
              <a:t> combines technology, convenience, and social responsibility in one platform. By helping users manage their pets and enabling the community to report stray sightings, the project creates a meaningful step toward better pet care and safer support for stray animals</a:t>
            </a:r>
            <a:endParaRPr lang="en-US" sz="1900" dirty="0" smtClean="0">
              <a:solidFill>
                <a:srgbClr val="3D3838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  <a:p>
            <a:pPr>
              <a:spcBef>
                <a:spcPts val="400"/>
              </a:spcBef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064235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34728</TotalTime>
  <Words>370</Words>
  <Application>Microsoft Office PowerPoint</Application>
  <PresentationFormat>On-screen Show (4:3)</PresentationFormat>
  <Paragraphs>85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MS PGothic</vt:lpstr>
      <vt:lpstr>Arial</vt:lpstr>
      <vt:lpstr>Calibri</vt:lpstr>
      <vt:lpstr>DejaVu Sans</vt:lpstr>
      <vt:lpstr>Montserrat Bold</vt:lpstr>
      <vt:lpstr>Source Sans 3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Microsoft account</cp:lastModifiedBy>
  <cp:revision>2303</cp:revision>
  <dcterms:created xsi:type="dcterms:W3CDTF">2010-04-09T07:36:15Z</dcterms:created>
  <dcterms:modified xsi:type="dcterms:W3CDTF">2026-05-03T04:25:23Z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